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50" r:id="rId2"/>
    <p:sldId id="383" r:id="rId3"/>
    <p:sldId id="40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46" autoAdjust="0"/>
    <p:restoredTop sz="95256" autoAdjust="0"/>
  </p:normalViewPr>
  <p:slideViewPr>
    <p:cSldViewPr>
      <p:cViewPr varScale="1">
        <p:scale>
          <a:sx n="82" d="100"/>
          <a:sy n="82" d="100"/>
        </p:scale>
        <p:origin x="89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78584-52B0-FC4D-AE45-7301D11129A4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1077D-BC7D-1E45-ACAB-88A9C84F9F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2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95D5D-C307-4246-8476-41DB74C33D46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E540-CE26-4126-8871-312CD2703E38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9E6A-2CAE-41FB-BC2C-0E29DD107FA1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CC91-4A05-4C69-92E9-E7F6B08557A7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21BE-E947-43F8-B13C-F3DC85DD0B51}" type="datetime1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EE77B-B72D-440C-8F87-4FEA83DC5620}" type="datetime1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257-D14A-4E72-8965-53E6763DC438}" type="datetime1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C397B-532E-4512-836E-281DBA3AEE89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6EF1-84EC-496C-B358-741022CA657A}" type="datetime1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A5EB-6D31-44E1-BC64-A11ACFAACC94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35DC-3522-49DD-9962-70C289BAF9DE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79B9D-6321-49C7-869C-8C553B067A02}" type="datetime1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8B6D-A843-4976-BA70-A811246CC56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>
            <a:extLst>
              <a:ext uri="{FF2B5EF4-FFF2-40B4-BE49-F238E27FC236}">
                <a16:creationId xmlns:a16="http://schemas.microsoft.com/office/drawing/2014/main" id="{55AD755F-DACA-206F-C34A-6AF806FFE160}"/>
              </a:ext>
            </a:extLst>
          </p:cNvPr>
          <p:cNvSpPr/>
          <p:nvPr/>
        </p:nvSpPr>
        <p:spPr>
          <a:xfrm>
            <a:off x="0" y="13184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2" name="Subtitle 2">
            <a:extLst>
              <a:ext uri="{FF2B5EF4-FFF2-40B4-BE49-F238E27FC236}">
                <a16:creationId xmlns:a16="http://schemas.microsoft.com/office/drawing/2014/main" id="{9C2BB71C-9F21-7741-8059-E214690E6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5600" y="4081956"/>
            <a:ext cx="7499350" cy="1568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IN" altLang="en-US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br>
              <a:rPr lang="en-IN" altLang="en-US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A2F8DEF-6020-6E48-831F-EC3C0708A617}"/>
              </a:ext>
            </a:extLst>
          </p:cNvPr>
          <p:cNvSpPr txBox="1">
            <a:spLocks/>
          </p:cNvSpPr>
          <p:nvPr/>
        </p:nvSpPr>
        <p:spPr>
          <a:xfrm>
            <a:off x="1370137" y="2212455"/>
            <a:ext cx="9505055" cy="584775"/>
          </a:xfrm>
          <a:prstGeom prst="rect">
            <a:avLst/>
          </a:prstGeom>
        </p:spPr>
        <p:txBody>
          <a:bodyPr/>
          <a:lstStyle/>
          <a:p>
            <a:pPr algn="ctr" defTabSz="685800">
              <a:buClr>
                <a:srgbClr val="5B9BD5"/>
              </a:buClr>
              <a:buSzPct val="70000"/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BE3B2-BAF3-803E-4237-833ABAB5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885"/>
          <a:stretch/>
        </p:blipFill>
        <p:spPr>
          <a:xfrm>
            <a:off x="4619836" y="153473"/>
            <a:ext cx="2952328" cy="1206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C77EB-9F27-61C5-C71B-1F06A89706FB}"/>
              </a:ext>
            </a:extLst>
          </p:cNvPr>
          <p:cNvSpPr txBox="1"/>
          <p:nvPr/>
        </p:nvSpPr>
        <p:spPr>
          <a:xfrm>
            <a:off x="779215" y="2734804"/>
            <a:ext cx="10225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C0C5FF-2C5B-A403-9A8A-B23DA2E681B4}"/>
              </a:ext>
            </a:extLst>
          </p:cNvPr>
          <p:cNvSpPr txBox="1"/>
          <p:nvPr/>
        </p:nvSpPr>
        <p:spPr>
          <a:xfrm>
            <a:off x="1775520" y="1556792"/>
            <a:ext cx="92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 Data Science</a:t>
            </a:r>
            <a:endParaRPr lang="en-IN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00"/>
    </mc:Choice>
    <mc:Fallback xmlns="">
      <p:transition spd="slow" advTm="469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>
            <a:extLst>
              <a:ext uri="{FF2B5EF4-FFF2-40B4-BE49-F238E27FC236}">
                <a16:creationId xmlns:a16="http://schemas.microsoft.com/office/drawing/2014/main" id="{BFFBBDCF-92A0-BD47-B49F-B7B2C08C73BD}"/>
              </a:ext>
            </a:extLst>
          </p:cNvPr>
          <p:cNvSpPr/>
          <p:nvPr/>
        </p:nvSpPr>
        <p:spPr>
          <a:xfrm>
            <a:off x="0" y="27384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7" name="Picture 2" descr="ABESEC OLA">
            <a:extLst>
              <a:ext uri="{FF2B5EF4-FFF2-40B4-BE49-F238E27FC236}">
                <a16:creationId xmlns:a16="http://schemas.microsoft.com/office/drawing/2014/main" id="{3B8001A8-E9F0-F441-84BC-8742ADBD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EABCBA-0A33-940E-30B3-B259BE161461}"/>
              </a:ext>
            </a:extLst>
          </p:cNvPr>
          <p:cNvSpPr txBox="1">
            <a:spLocks/>
          </p:cNvSpPr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  <a:p>
            <a:pPr algn="ctr"/>
            <a:endParaRPr lang="en-US" sz="3800" b="1" dirty="0">
              <a:latin typeface="+mn-lt"/>
            </a:endParaRPr>
          </a:p>
          <a:p>
            <a:pPr algn="ctr"/>
            <a:endParaRPr lang="en-US" sz="3800" b="1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6E92D-2B33-7FAC-40C9-6E89D8C80B25}"/>
              </a:ext>
            </a:extLst>
          </p:cNvPr>
          <p:cNvSpPr txBox="1"/>
          <p:nvPr/>
        </p:nvSpPr>
        <p:spPr>
          <a:xfrm>
            <a:off x="706519" y="1097067"/>
            <a:ext cx="107789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screenshots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ED6A0-2528-C8CA-4435-EC4B3ED6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29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Process 4">
            <a:extLst>
              <a:ext uri="{FF2B5EF4-FFF2-40B4-BE49-F238E27FC236}">
                <a16:creationId xmlns:a16="http://schemas.microsoft.com/office/drawing/2014/main" id="{BFFBBDCF-92A0-BD47-B49F-B7B2C08C73BD}"/>
              </a:ext>
            </a:extLst>
          </p:cNvPr>
          <p:cNvSpPr/>
          <p:nvPr/>
        </p:nvSpPr>
        <p:spPr>
          <a:xfrm>
            <a:off x="-166271" y="-29765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7" name="Picture 2" descr="ABESEC OLA">
            <a:extLst>
              <a:ext uri="{FF2B5EF4-FFF2-40B4-BE49-F238E27FC236}">
                <a16:creationId xmlns:a16="http://schemas.microsoft.com/office/drawing/2014/main" id="{3B8001A8-E9F0-F441-84BC-8742ADBD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EABCBA-0A33-940E-30B3-B259BE161461}"/>
              </a:ext>
            </a:extLst>
          </p:cNvPr>
          <p:cNvSpPr txBox="1">
            <a:spLocks/>
          </p:cNvSpPr>
          <p:nvPr/>
        </p:nvSpPr>
        <p:spPr>
          <a:xfrm>
            <a:off x="1696206" y="2654182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endParaRPr lang="en-US" sz="3800" b="1" dirty="0">
              <a:latin typeface="+mn-lt"/>
            </a:endParaRPr>
          </a:p>
          <a:p>
            <a:pPr algn="ctr"/>
            <a:endParaRPr lang="en-US" sz="3800" b="1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ED6A0-2528-C8CA-4435-EC4B3ED6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FC62C-F678-D0B8-C59B-1F4AEAEFD015}"/>
              </a:ext>
            </a:extLst>
          </p:cNvPr>
          <p:cNvSpPr txBox="1"/>
          <p:nvPr/>
        </p:nvSpPr>
        <p:spPr>
          <a:xfrm>
            <a:off x="1005670" y="1051790"/>
            <a:ext cx="8851122" cy="757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indent="-406400"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4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</TotalTime>
  <Words>34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Battle</dc:title>
  <dc:creator>Harsh Khatter</dc:creator>
  <cp:lastModifiedBy>SHREYA .</cp:lastModifiedBy>
  <cp:revision>122</cp:revision>
  <dcterms:created xsi:type="dcterms:W3CDTF">2020-07-18T14:21:19Z</dcterms:created>
  <dcterms:modified xsi:type="dcterms:W3CDTF">2025-11-27T05:41:44Z</dcterms:modified>
</cp:coreProperties>
</file>